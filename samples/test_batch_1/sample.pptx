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1000000"/>
            <a:ext cx="1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a very specific confidential string for testing.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2000000"/>
            <a:ext cx="1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a very specific confidential string for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